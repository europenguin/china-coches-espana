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7559675" cy="10691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1843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5999" y="1080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18000" y="1080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50000" y="1080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482000" y="1080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3999" y="1080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5999" y="2808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8000" y="2808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50000" y="2808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2000" y="2808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3999" y="2808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5999" y="4536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18000" y="4536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50000" y="4536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2000" y="4536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3999" y="4536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5999" y="6263999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18000" y="6263999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50000" y="6263999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2000" y="6263999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13999" y="6263999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5999" y="7992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18000" y="7992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150000" y="7992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2000" y="7992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13999" y="7992000"/>
            <a:ext cx="1260000" cy="162000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085C5708-ABB0-C191-7599-F3ADA7652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80" t="20954" r="56340" b="62512"/>
          <a:stretch>
            <a:fillRect/>
          </a:stretch>
        </p:blipFill>
        <p:spPr>
          <a:xfrm>
            <a:off x="485999" y="1080000"/>
            <a:ext cx="1448177" cy="1619812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79B98994-4567-3D62-3B54-B5E2DC5727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73" t="21759" r="45418" b="54539"/>
          <a:stretch>
            <a:fillRect/>
          </a:stretch>
        </p:blipFill>
        <p:spPr>
          <a:xfrm>
            <a:off x="485999" y="2807810"/>
            <a:ext cx="1353629" cy="1619813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9B0A9821-9A86-1CAE-722B-02C2402C3C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311" t="21239" r="28466" b="55242"/>
          <a:stretch>
            <a:fillRect/>
          </a:stretch>
        </p:blipFill>
        <p:spPr>
          <a:xfrm>
            <a:off x="485999" y="4559399"/>
            <a:ext cx="1353629" cy="1606826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E287B523-17BC-6365-EBF9-5248EDC0EA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087" t="17807" r="62302" b="58779"/>
          <a:stretch>
            <a:fillRect/>
          </a:stretch>
        </p:blipFill>
        <p:spPr>
          <a:xfrm>
            <a:off x="485998" y="6263999"/>
            <a:ext cx="1448177" cy="169785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463C2CEA-CDFE-7A53-E26D-C4A8B739D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80" t="20954" r="56340" b="62512"/>
          <a:stretch>
            <a:fillRect/>
          </a:stretch>
        </p:blipFill>
        <p:spPr>
          <a:xfrm>
            <a:off x="2095406" y="1110150"/>
            <a:ext cx="1029934" cy="115200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CB01C1DB-5C8B-6519-8ABF-4CC64CFA18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73" t="21759" r="45418" b="54539"/>
          <a:stretch>
            <a:fillRect/>
          </a:stretch>
        </p:blipFill>
        <p:spPr>
          <a:xfrm>
            <a:off x="2095406" y="2837960"/>
            <a:ext cx="962692" cy="115200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9CBD91A-8F4F-92B7-06D7-9035E3EE67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311" t="21239" r="28466" b="55242"/>
          <a:stretch>
            <a:fillRect/>
          </a:stretch>
        </p:blipFill>
        <p:spPr>
          <a:xfrm>
            <a:off x="2095406" y="4589549"/>
            <a:ext cx="970473" cy="115200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DFC1D04B-9448-8173-CB24-1D28D6F852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087" t="17807" r="62302" b="58779"/>
          <a:stretch>
            <a:fillRect/>
          </a:stretch>
        </p:blipFill>
        <p:spPr>
          <a:xfrm>
            <a:off x="2095405" y="6294149"/>
            <a:ext cx="982595" cy="115200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D3432BEE-BF34-D566-8C0A-778640BA45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80" t="20954" r="56340" b="62512"/>
          <a:stretch>
            <a:fillRect/>
          </a:stretch>
        </p:blipFill>
        <p:spPr>
          <a:xfrm>
            <a:off x="3499082" y="1110150"/>
            <a:ext cx="1029934" cy="115200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872791D7-778B-8F31-A9A0-AB0EED008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73" t="21759" r="45418" b="54539"/>
          <a:stretch>
            <a:fillRect/>
          </a:stretch>
        </p:blipFill>
        <p:spPr>
          <a:xfrm>
            <a:off x="3499082" y="2837960"/>
            <a:ext cx="962692" cy="1152000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CD0A3454-76E2-1993-A9DE-DF8B84B52E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311" t="21239" r="28466" b="55242"/>
          <a:stretch>
            <a:fillRect/>
          </a:stretch>
        </p:blipFill>
        <p:spPr>
          <a:xfrm>
            <a:off x="3499082" y="4589549"/>
            <a:ext cx="970473" cy="1152000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81C32459-B172-9B72-C319-628834FE79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087" t="17807" r="62302" b="58779"/>
          <a:stretch>
            <a:fillRect/>
          </a:stretch>
        </p:blipFill>
        <p:spPr>
          <a:xfrm>
            <a:off x="3499081" y="6294149"/>
            <a:ext cx="982595" cy="115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6CD42-931C-BC43-066F-B9FDD959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>
            <a:extLst>
              <a:ext uri="{FF2B5EF4-FFF2-40B4-BE49-F238E27FC236}">
                <a16:creationId xmlns:a16="http://schemas.microsoft.com/office/drawing/2014/main" id="{88848321-6900-F951-34E5-FDBB3572D6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80" t="20954" r="56340" b="62512"/>
          <a:stretch>
            <a:fillRect/>
          </a:stretch>
        </p:blipFill>
        <p:spPr>
          <a:xfrm>
            <a:off x="4381095" y="1134635"/>
            <a:ext cx="1448177" cy="1619812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28E2B9D1-16BB-9627-FF64-19ABC9DAF9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73" t="21759" r="45418" b="54539"/>
          <a:stretch>
            <a:fillRect/>
          </a:stretch>
        </p:blipFill>
        <p:spPr>
          <a:xfrm>
            <a:off x="4428370" y="3485701"/>
            <a:ext cx="1353629" cy="1619813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9F54947A-AB5D-2A22-28D4-699D308F10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311" t="21239" r="28466" b="55242"/>
          <a:stretch>
            <a:fillRect/>
          </a:stretch>
        </p:blipFill>
        <p:spPr>
          <a:xfrm>
            <a:off x="4311043" y="5833964"/>
            <a:ext cx="1353629" cy="1606826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B80F63D9-14D2-64CC-5D7E-D461598658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087" t="17807" r="62302" b="58779"/>
          <a:stretch>
            <a:fillRect/>
          </a:stretch>
        </p:blipFill>
        <p:spPr>
          <a:xfrm>
            <a:off x="4345075" y="8130442"/>
            <a:ext cx="1448177" cy="169785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81607397-068B-B6AE-EDA9-13907E9764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80" t="20954" r="56340" b="62512"/>
          <a:stretch>
            <a:fillRect/>
          </a:stretch>
        </p:blipFill>
        <p:spPr>
          <a:xfrm>
            <a:off x="5930812" y="1602447"/>
            <a:ext cx="1029934" cy="115200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51699A65-D236-4C3D-18F6-F7FFE62D3C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73" t="21759" r="45418" b="54539"/>
          <a:stretch>
            <a:fillRect/>
          </a:stretch>
        </p:blipFill>
        <p:spPr>
          <a:xfrm>
            <a:off x="6021724" y="3945231"/>
            <a:ext cx="962692" cy="115200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82E3BA17-823A-243A-DCA7-076D9B3278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311" t="21239" r="28466" b="55242"/>
          <a:stretch>
            <a:fillRect/>
          </a:stretch>
        </p:blipFill>
        <p:spPr>
          <a:xfrm>
            <a:off x="5868692" y="6310762"/>
            <a:ext cx="970473" cy="115200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FBF375DB-5105-F8D0-FFAB-7345A3DD45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087" t="17807" r="62302" b="58779"/>
          <a:stretch>
            <a:fillRect/>
          </a:stretch>
        </p:blipFill>
        <p:spPr>
          <a:xfrm>
            <a:off x="5978151" y="8676293"/>
            <a:ext cx="982595" cy="115200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E6A37099-0569-EB57-412E-E36DCAF4CA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80" t="20954" r="56340" b="62512"/>
          <a:stretch>
            <a:fillRect/>
          </a:stretch>
        </p:blipFill>
        <p:spPr>
          <a:xfrm>
            <a:off x="2601099" y="954447"/>
            <a:ext cx="1609272" cy="180000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7D014A3A-47A4-F47A-0C44-70A0CFC9B2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73" t="21759" r="45418" b="54539"/>
          <a:stretch>
            <a:fillRect/>
          </a:stretch>
        </p:blipFill>
        <p:spPr>
          <a:xfrm>
            <a:off x="2601099" y="3332444"/>
            <a:ext cx="1504206" cy="1800000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DC18E5AC-5A6D-8B6A-3571-5060863FD4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311" t="21239" r="28466" b="55242"/>
          <a:stretch>
            <a:fillRect/>
          </a:stretch>
        </p:blipFill>
        <p:spPr>
          <a:xfrm>
            <a:off x="2570000" y="5662762"/>
            <a:ext cx="1516364" cy="1800000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860AC46E-5291-4E62-1816-9065DAD39E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087" t="17807" r="62302" b="58779"/>
          <a:stretch>
            <a:fillRect/>
          </a:stretch>
        </p:blipFill>
        <p:spPr>
          <a:xfrm>
            <a:off x="2570000" y="8079368"/>
            <a:ext cx="1535305" cy="18000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3DDCF45-62C8-6709-7811-35BA202078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80" t="20954" r="56340" b="62512"/>
          <a:stretch>
            <a:fillRect/>
          </a:stretch>
        </p:blipFill>
        <p:spPr>
          <a:xfrm>
            <a:off x="414195" y="642126"/>
            <a:ext cx="1931126" cy="216000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94BDFCDE-B6CB-CAD8-0BBC-356A29A50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73" t="21759" r="45418" b="54539"/>
          <a:stretch>
            <a:fillRect/>
          </a:stretch>
        </p:blipFill>
        <p:spPr>
          <a:xfrm>
            <a:off x="506743" y="2972444"/>
            <a:ext cx="1805047" cy="2160000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6A15FBAD-146F-C398-9B25-4E3ABCAFA2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311" t="21239" r="28466" b="55242"/>
          <a:stretch>
            <a:fillRect/>
          </a:stretch>
        </p:blipFill>
        <p:spPr>
          <a:xfrm>
            <a:off x="525684" y="5302762"/>
            <a:ext cx="1819637" cy="216000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F6269C5E-EB3F-2A5D-39E3-00EBC56EA4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087" t="17807" r="62302" b="58779"/>
          <a:stretch>
            <a:fillRect/>
          </a:stretch>
        </p:blipFill>
        <p:spPr>
          <a:xfrm>
            <a:off x="525684" y="7719368"/>
            <a:ext cx="1842366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53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Personalizado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Víctor Fernández Comesaña</cp:lastModifiedBy>
  <cp:revision>3</cp:revision>
  <cp:lastPrinted>2026-10-01T15:00:14Z</cp:lastPrinted>
  <dcterms:created xsi:type="dcterms:W3CDTF">2013-01-27T09:14:16Z</dcterms:created>
  <dcterms:modified xsi:type="dcterms:W3CDTF">2026-10-01T15:00:19Z</dcterms:modified>
  <cp:category/>
</cp:coreProperties>
</file>